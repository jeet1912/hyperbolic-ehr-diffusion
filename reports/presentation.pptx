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"/>
      <p:regular r:id="rId8"/>
      <p:bold r:id="rId9"/>
      <p:italic r:id="rId10"/>
      <p:boldItalic r:id="rId11"/>
    </p:embeddedFont>
    <p:embeddedFont>
      <p:font typeface="Merriweather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13" Type="http://schemas.openxmlformats.org/officeDocument/2006/relationships/font" Target="fonts/Merriweather-bold.fntdata"/><Relationship Id="rId12" Type="http://schemas.openxmlformats.org/officeDocument/2006/relationships/font" Target="fonts/Merriweath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bold.fntdata"/><Relationship Id="rId15" Type="http://schemas.openxmlformats.org/officeDocument/2006/relationships/font" Target="fonts/Merriweather-boldItalic.fntdata"/><Relationship Id="rId14" Type="http://schemas.openxmlformats.org/officeDocument/2006/relationships/font" Target="fonts/Merriweath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dd09cef3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dd09cef3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jeet1912/hyperbolic-ehr-diffusion/blob/main/reports/DS_683.pdf" TargetMode="External"/><Relationship Id="rId4" Type="http://schemas.openxmlformats.org/officeDocument/2006/relationships/hyperlink" Target="https://github.com/jeet1912/hyperbolic-ehr-diffusion/blob/main/src/risk_prediction_mimic.py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Hyperbolic Diffusion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Hierarchical EHR Data Augmentation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Risk Prediction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2101325"/>
            <a:ext cx="60105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Abhijeet Sahdev (as4673), Dept of Computer Science, NJIT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Report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4"/>
              </a:rPr>
              <a:t>Code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